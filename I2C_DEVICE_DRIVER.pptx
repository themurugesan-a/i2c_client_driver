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7" r:id="rId6"/>
    <p:sldId id="258" r:id="rId7"/>
    <p:sldId id="259" r:id="rId8"/>
    <p:sldId id="266" r:id="rId9"/>
    <p:sldId id="270" r:id="rId10"/>
    <p:sldId id="267" r:id="rId11"/>
    <p:sldId id="261" r:id="rId12"/>
    <p:sldId id="268" r:id="rId13"/>
    <p:sldId id="271" r:id="rId14"/>
    <p:sldId id="273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69" r:id="rId25"/>
    <p:sldId id="26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18C36-7539-4564-BAC4-E3457B8A84E4}" v="19" dt="2025-10-14T22:37:21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013" autoAdjust="0"/>
    <p:restoredTop sz="86370" autoAdjust="0"/>
  </p:normalViewPr>
  <p:slideViewPr>
    <p:cSldViewPr snapToGrid="0">
      <p:cViewPr varScale="1">
        <p:scale>
          <a:sx n="71" d="100"/>
          <a:sy n="71" d="100"/>
        </p:scale>
        <p:origin x="264" y="58"/>
      </p:cViewPr>
      <p:guideLst/>
    </p:cSldViewPr>
  </p:slideViewPr>
  <p:outlineViewPr>
    <p:cViewPr>
      <p:scale>
        <a:sx n="33" d="100"/>
        <a:sy n="33" d="100"/>
      </p:scale>
      <p:origin x="0" y="-199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ugesan A" userId="1491c12dab47059a" providerId="LiveId" clId="{1E4DC41F-2E30-423E-AE43-FC33900147A9}"/>
    <pc:docChg chg="undo custSel addSld modSld sldOrd">
      <pc:chgData name="Murugesan A" userId="1491c12dab47059a" providerId="LiveId" clId="{1E4DC41F-2E30-423E-AE43-FC33900147A9}" dt="2025-09-07T13:01:24.352" v="563" actId="1076"/>
      <pc:docMkLst>
        <pc:docMk/>
      </pc:docMkLst>
      <pc:sldChg chg="modSp mod setBg">
        <pc:chgData name="Murugesan A" userId="1491c12dab47059a" providerId="LiveId" clId="{1E4DC41F-2E30-423E-AE43-FC33900147A9}" dt="2025-09-07T12:59:38.223" v="557" actId="113"/>
        <pc:sldMkLst>
          <pc:docMk/>
          <pc:sldMk cId="1957017302" sldId="256"/>
        </pc:sldMkLst>
      </pc:sldChg>
      <pc:sldChg chg="addSp delSp modSp mod setBg">
        <pc:chgData name="Murugesan A" userId="1491c12dab47059a" providerId="LiveId" clId="{1E4DC41F-2E30-423E-AE43-FC33900147A9}" dt="2025-09-07T12:57:14.990" v="416"/>
        <pc:sldMkLst>
          <pc:docMk/>
          <pc:sldMk cId="1040409556" sldId="257"/>
        </pc:sldMkLst>
      </pc:sldChg>
      <pc:sldChg chg="addSp delSp modSp mod">
        <pc:chgData name="Murugesan A" userId="1491c12dab47059a" providerId="LiveId" clId="{1E4DC41F-2E30-423E-AE43-FC33900147A9}" dt="2025-09-07T05:24:48.049" v="152" actId="1076"/>
        <pc:sldMkLst>
          <pc:docMk/>
          <pc:sldMk cId="463697986" sldId="258"/>
        </pc:sldMkLst>
      </pc:sldChg>
      <pc:sldChg chg="addSp delSp modSp">
        <pc:chgData name="Murugesan A" userId="1491c12dab47059a" providerId="LiveId" clId="{1E4DC41F-2E30-423E-AE43-FC33900147A9}" dt="2025-09-07T06:04:04.721" v="272" actId="1076"/>
        <pc:sldMkLst>
          <pc:docMk/>
          <pc:sldMk cId="2430620764" sldId="259"/>
        </pc:sldMkLst>
      </pc:sldChg>
      <pc:sldChg chg="addSp delSp modSp mod ord">
        <pc:chgData name="Murugesan A" userId="1491c12dab47059a" providerId="LiveId" clId="{1E4DC41F-2E30-423E-AE43-FC33900147A9}" dt="2025-09-07T13:01:24.352" v="563" actId="1076"/>
        <pc:sldMkLst>
          <pc:docMk/>
          <pc:sldMk cId="3910096135" sldId="266"/>
        </pc:sldMkLst>
      </pc:sldChg>
      <pc:sldChg chg="addSp delSp modSp mod">
        <pc:chgData name="Murugesan A" userId="1491c12dab47059a" providerId="LiveId" clId="{1E4DC41F-2E30-423E-AE43-FC33900147A9}" dt="2025-09-07T11:25:54.876" v="414" actId="20577"/>
        <pc:sldMkLst>
          <pc:docMk/>
          <pc:sldMk cId="4247093023" sldId="267"/>
        </pc:sldMkLst>
      </pc:sldChg>
      <pc:sldChg chg="modSp add mod">
        <pc:chgData name="Murugesan A" userId="1491c12dab47059a" providerId="LiveId" clId="{1E4DC41F-2E30-423E-AE43-FC33900147A9}" dt="2025-09-07T11:00:11.325" v="406" actId="113"/>
        <pc:sldMkLst>
          <pc:docMk/>
          <pc:sldMk cId="4094066711" sldId="270"/>
        </pc:sldMkLst>
      </pc:sldChg>
    </pc:docChg>
  </pc:docChgLst>
  <pc:docChgLst>
    <pc:chgData name="Murugesan A" userId="1491c12dab47059a" providerId="LiveId" clId="{F6294C7E-2FF0-4376-9128-219EFB50BE79}"/>
    <pc:docChg chg="undo custSel addSld modSld">
      <pc:chgData name="Murugesan A" userId="1491c12dab47059a" providerId="LiveId" clId="{F6294C7E-2FF0-4376-9128-219EFB50BE79}" dt="2025-10-14T22:38:20.132" v="115" actId="14100"/>
      <pc:docMkLst>
        <pc:docMk/>
      </pc:docMkLst>
      <pc:sldChg chg="modSp mod">
        <pc:chgData name="Murugesan A" userId="1491c12dab47059a" providerId="LiveId" clId="{F6294C7E-2FF0-4376-9128-219EFB50BE79}" dt="2025-10-14T22:18:07.719" v="17" actId="27636"/>
        <pc:sldMkLst>
          <pc:docMk/>
          <pc:sldMk cId="1957017302" sldId="256"/>
        </pc:sldMkLst>
        <pc:spChg chg="mod">
          <ac:chgData name="Murugesan A" userId="1491c12dab47059a" providerId="LiveId" clId="{F6294C7E-2FF0-4376-9128-219EFB50BE79}" dt="2025-10-14T22:18:00.989" v="13" actId="1076"/>
          <ac:spMkLst>
            <pc:docMk/>
            <pc:sldMk cId="1957017302" sldId="256"/>
            <ac:spMk id="2" creationId="{D54188DD-3717-47D0-B979-D111D81B46AA}"/>
          </ac:spMkLst>
        </pc:spChg>
        <pc:spChg chg="mod">
          <ac:chgData name="Murugesan A" userId="1491c12dab47059a" providerId="LiveId" clId="{F6294C7E-2FF0-4376-9128-219EFB50BE79}" dt="2025-10-14T22:18:07.719" v="17" actId="27636"/>
          <ac:spMkLst>
            <pc:docMk/>
            <pc:sldMk cId="1957017302" sldId="256"/>
            <ac:spMk id="11" creationId="{5C630DD8-ABA8-DB4D-E842-0B6A9C4C3FF7}"/>
          </ac:spMkLst>
        </pc:spChg>
      </pc:sldChg>
      <pc:sldChg chg="new">
        <pc:chgData name="Murugesan A" userId="1491c12dab47059a" providerId="LiveId" clId="{F6294C7E-2FF0-4376-9128-219EFB50BE79}" dt="2025-09-13T16:27:14.752" v="0" actId="680"/>
        <pc:sldMkLst>
          <pc:docMk/>
          <pc:sldMk cId="1015335375" sldId="271"/>
        </pc:sldMkLst>
      </pc:sldChg>
      <pc:sldChg chg="addSp modSp new mod">
        <pc:chgData name="Murugesan A" userId="1491c12dab47059a" providerId="LiveId" clId="{F6294C7E-2FF0-4376-9128-219EFB50BE79}" dt="2025-10-14T22:20:34.227" v="42" actId="113"/>
        <pc:sldMkLst>
          <pc:docMk/>
          <pc:sldMk cId="2196334311" sldId="274"/>
        </pc:sldMkLst>
        <pc:spChg chg="add mod">
          <ac:chgData name="Murugesan A" userId="1491c12dab47059a" providerId="LiveId" clId="{F6294C7E-2FF0-4376-9128-219EFB50BE79}" dt="2025-10-14T22:20:34.227" v="42" actId="113"/>
          <ac:spMkLst>
            <pc:docMk/>
            <pc:sldMk cId="2196334311" sldId="274"/>
            <ac:spMk id="3" creationId="{FB4165F2-25AF-1100-C785-A359866DDBFE}"/>
          </ac:spMkLst>
        </pc:spChg>
        <pc:spChg chg="add mod">
          <ac:chgData name="Murugesan A" userId="1491c12dab47059a" providerId="LiveId" clId="{F6294C7E-2FF0-4376-9128-219EFB50BE79}" dt="2025-10-14T22:20:16.181" v="37" actId="1076"/>
          <ac:spMkLst>
            <pc:docMk/>
            <pc:sldMk cId="2196334311" sldId="274"/>
            <ac:spMk id="5" creationId="{59FD3CF6-FA82-0608-879D-FD0BBF257766}"/>
          </ac:spMkLst>
        </pc:spChg>
      </pc:sldChg>
      <pc:sldChg chg="modSp add mod">
        <pc:chgData name="Murugesan A" userId="1491c12dab47059a" providerId="LiveId" clId="{F6294C7E-2FF0-4376-9128-219EFB50BE79}" dt="2025-10-14T22:22:07.164" v="52" actId="14100"/>
        <pc:sldMkLst>
          <pc:docMk/>
          <pc:sldMk cId="1833188526" sldId="275"/>
        </pc:sldMkLst>
        <pc:spChg chg="mod">
          <ac:chgData name="Murugesan A" userId="1491c12dab47059a" providerId="LiveId" clId="{F6294C7E-2FF0-4376-9128-219EFB50BE79}" dt="2025-10-14T22:22:07.164" v="52" actId="14100"/>
          <ac:spMkLst>
            <pc:docMk/>
            <pc:sldMk cId="1833188526" sldId="275"/>
            <ac:spMk id="3" creationId="{5188B3A1-7BCB-5FE9-2A69-A9E44D8AB301}"/>
          </ac:spMkLst>
        </pc:spChg>
        <pc:spChg chg="mod">
          <ac:chgData name="Murugesan A" userId="1491c12dab47059a" providerId="LiveId" clId="{F6294C7E-2FF0-4376-9128-219EFB50BE79}" dt="2025-10-14T22:21:43.635" v="47" actId="20577"/>
          <ac:spMkLst>
            <pc:docMk/>
            <pc:sldMk cId="1833188526" sldId="275"/>
            <ac:spMk id="5" creationId="{DB5D30C9-3E63-CE43-E576-1DDE43143F82}"/>
          </ac:spMkLst>
        </pc:spChg>
      </pc:sldChg>
      <pc:sldChg chg="modSp add mod">
        <pc:chgData name="Murugesan A" userId="1491c12dab47059a" providerId="LiveId" clId="{F6294C7E-2FF0-4376-9128-219EFB50BE79}" dt="2025-10-14T22:23:26.768" v="60"/>
        <pc:sldMkLst>
          <pc:docMk/>
          <pc:sldMk cId="4210098827" sldId="276"/>
        </pc:sldMkLst>
        <pc:spChg chg="mod">
          <ac:chgData name="Murugesan A" userId="1491c12dab47059a" providerId="LiveId" clId="{F6294C7E-2FF0-4376-9128-219EFB50BE79}" dt="2025-10-14T22:22:51.265" v="59" actId="1076"/>
          <ac:spMkLst>
            <pc:docMk/>
            <pc:sldMk cId="4210098827" sldId="276"/>
            <ac:spMk id="3" creationId="{3F7FAABD-3A71-D4F6-5EC2-F19C82121615}"/>
          </ac:spMkLst>
        </pc:spChg>
        <pc:spChg chg="mod">
          <ac:chgData name="Murugesan A" userId="1491c12dab47059a" providerId="LiveId" clId="{F6294C7E-2FF0-4376-9128-219EFB50BE79}" dt="2025-10-14T22:23:26.768" v="60"/>
          <ac:spMkLst>
            <pc:docMk/>
            <pc:sldMk cId="4210098827" sldId="276"/>
            <ac:spMk id="5" creationId="{FFE28C14-3C3C-A043-D3CD-C3B7709D3605}"/>
          </ac:spMkLst>
        </pc:spChg>
      </pc:sldChg>
      <pc:sldChg chg="add">
        <pc:chgData name="Murugesan A" userId="1491c12dab47059a" providerId="LiveId" clId="{F6294C7E-2FF0-4376-9128-219EFB50BE79}" dt="2025-10-14T22:23:33.765" v="61" actId="2890"/>
        <pc:sldMkLst>
          <pc:docMk/>
          <pc:sldMk cId="191681246" sldId="277"/>
        </pc:sldMkLst>
      </pc:sldChg>
      <pc:sldChg chg="modSp add mod">
        <pc:chgData name="Murugesan A" userId="1491c12dab47059a" providerId="LiveId" clId="{F6294C7E-2FF0-4376-9128-219EFB50BE79}" dt="2025-10-14T22:24:52.202" v="75" actId="1076"/>
        <pc:sldMkLst>
          <pc:docMk/>
          <pc:sldMk cId="1187464492" sldId="278"/>
        </pc:sldMkLst>
        <pc:spChg chg="mod">
          <ac:chgData name="Murugesan A" userId="1491c12dab47059a" providerId="LiveId" clId="{F6294C7E-2FF0-4376-9128-219EFB50BE79}" dt="2025-10-14T22:24:45.936" v="74" actId="113"/>
          <ac:spMkLst>
            <pc:docMk/>
            <pc:sldMk cId="1187464492" sldId="278"/>
            <ac:spMk id="3" creationId="{64F677F2-1F6E-608F-7542-78DEE4C0A151}"/>
          </ac:spMkLst>
        </pc:spChg>
        <pc:spChg chg="mod">
          <ac:chgData name="Murugesan A" userId="1491c12dab47059a" providerId="LiveId" clId="{F6294C7E-2FF0-4376-9128-219EFB50BE79}" dt="2025-10-14T22:24:52.202" v="75" actId="1076"/>
          <ac:spMkLst>
            <pc:docMk/>
            <pc:sldMk cId="1187464492" sldId="278"/>
            <ac:spMk id="5" creationId="{15985333-DD4B-831E-D944-839E5B136AD6}"/>
          </ac:spMkLst>
        </pc:spChg>
      </pc:sldChg>
      <pc:sldChg chg="modSp add mod">
        <pc:chgData name="Murugesan A" userId="1491c12dab47059a" providerId="LiveId" clId="{F6294C7E-2FF0-4376-9128-219EFB50BE79}" dt="2025-10-14T22:26:08.797" v="91" actId="1076"/>
        <pc:sldMkLst>
          <pc:docMk/>
          <pc:sldMk cId="263559860" sldId="279"/>
        </pc:sldMkLst>
        <pc:spChg chg="mod">
          <ac:chgData name="Murugesan A" userId="1491c12dab47059a" providerId="LiveId" clId="{F6294C7E-2FF0-4376-9128-219EFB50BE79}" dt="2025-10-14T22:26:03.891" v="90" actId="1076"/>
          <ac:spMkLst>
            <pc:docMk/>
            <pc:sldMk cId="263559860" sldId="279"/>
            <ac:spMk id="3" creationId="{FBB2A92C-E7C1-0C64-50D1-60A7C0E82B58}"/>
          </ac:spMkLst>
        </pc:spChg>
        <pc:spChg chg="mod">
          <ac:chgData name="Murugesan A" userId="1491c12dab47059a" providerId="LiveId" clId="{F6294C7E-2FF0-4376-9128-219EFB50BE79}" dt="2025-10-14T22:26:08.797" v="91" actId="1076"/>
          <ac:spMkLst>
            <pc:docMk/>
            <pc:sldMk cId="263559860" sldId="279"/>
            <ac:spMk id="5" creationId="{FDE96AEC-0B77-E539-C0A6-7951308FDBA2}"/>
          </ac:spMkLst>
        </pc:spChg>
      </pc:sldChg>
      <pc:sldChg chg="addSp delSp modSp add mod">
        <pc:chgData name="Murugesan A" userId="1491c12dab47059a" providerId="LiveId" clId="{F6294C7E-2FF0-4376-9128-219EFB50BE79}" dt="2025-10-14T22:35:19.490" v="99" actId="1076"/>
        <pc:sldMkLst>
          <pc:docMk/>
          <pc:sldMk cId="2978339014" sldId="280"/>
        </pc:sldMkLst>
        <pc:spChg chg="del mod">
          <ac:chgData name="Murugesan A" userId="1491c12dab47059a" providerId="LiveId" clId="{F6294C7E-2FF0-4376-9128-219EFB50BE79}" dt="2025-10-14T22:26:50.757" v="96" actId="478"/>
          <ac:spMkLst>
            <pc:docMk/>
            <pc:sldMk cId="2978339014" sldId="280"/>
            <ac:spMk id="3" creationId="{84624B4C-1CA2-EC6F-E1A9-B07AB3ABE8A2}"/>
          </ac:spMkLst>
        </pc:spChg>
        <pc:spChg chg="del mod">
          <ac:chgData name="Murugesan A" userId="1491c12dab47059a" providerId="LiveId" clId="{F6294C7E-2FF0-4376-9128-219EFB50BE79}" dt="2025-10-14T22:26:47.276" v="94" actId="478"/>
          <ac:spMkLst>
            <pc:docMk/>
            <pc:sldMk cId="2978339014" sldId="280"/>
            <ac:spMk id="5" creationId="{89B3FD1F-F1E7-100F-39C3-EC57FE78BBD7}"/>
          </ac:spMkLst>
        </pc:spChg>
        <pc:picChg chg="add mod">
          <ac:chgData name="Murugesan A" userId="1491c12dab47059a" providerId="LiveId" clId="{F6294C7E-2FF0-4376-9128-219EFB50BE79}" dt="2025-10-14T22:35:19.490" v="99" actId="1076"/>
          <ac:picMkLst>
            <pc:docMk/>
            <pc:sldMk cId="2978339014" sldId="280"/>
            <ac:picMk id="1026" creationId="{7A415006-C2AF-9BEF-3FF6-B93F7434BAA4}"/>
          </ac:picMkLst>
        </pc:picChg>
      </pc:sldChg>
      <pc:sldChg chg="addSp delSp modSp add mod">
        <pc:chgData name="Murugesan A" userId="1491c12dab47059a" providerId="LiveId" clId="{F6294C7E-2FF0-4376-9128-219EFB50BE79}" dt="2025-10-14T22:38:20.132" v="115" actId="14100"/>
        <pc:sldMkLst>
          <pc:docMk/>
          <pc:sldMk cId="2538809770" sldId="281"/>
        </pc:sldMkLst>
        <pc:spChg chg="add mod">
          <ac:chgData name="Murugesan A" userId="1491c12dab47059a" providerId="LiveId" clId="{F6294C7E-2FF0-4376-9128-219EFB50BE79}" dt="2025-10-14T22:37:39.474" v="110" actId="208"/>
          <ac:spMkLst>
            <pc:docMk/>
            <pc:sldMk cId="2538809770" sldId="281"/>
            <ac:spMk id="2" creationId="{8FFADE0C-3653-6FD8-7168-C049EE0419DE}"/>
          </ac:spMkLst>
        </pc:spChg>
        <pc:spChg chg="add mod">
          <ac:chgData name="Murugesan A" userId="1491c12dab47059a" providerId="LiveId" clId="{F6294C7E-2FF0-4376-9128-219EFB50BE79}" dt="2025-10-14T22:38:20.132" v="115" actId="14100"/>
          <ac:spMkLst>
            <pc:docMk/>
            <pc:sldMk cId="2538809770" sldId="281"/>
            <ac:spMk id="3" creationId="{04A40026-2B93-E643-1088-A9C8F7E8148F}"/>
          </ac:spMkLst>
        </pc:spChg>
        <pc:picChg chg="del">
          <ac:chgData name="Murugesan A" userId="1491c12dab47059a" providerId="LiveId" clId="{F6294C7E-2FF0-4376-9128-219EFB50BE79}" dt="2025-10-14T22:35:33.147" v="101" actId="478"/>
          <ac:picMkLst>
            <pc:docMk/>
            <pc:sldMk cId="2538809770" sldId="281"/>
            <ac:picMk id="1026" creationId="{82EAC2E4-3339-3BD0-8629-039465A80C8C}"/>
          </ac:picMkLst>
        </pc:picChg>
        <pc:picChg chg="add mod">
          <ac:chgData name="Murugesan A" userId="1491c12dab47059a" providerId="LiveId" clId="{F6294C7E-2FF0-4376-9128-219EFB50BE79}" dt="2025-10-14T22:36:56.835" v="105" actId="11530"/>
          <ac:picMkLst>
            <pc:docMk/>
            <pc:sldMk cId="2538809770" sldId="281"/>
            <ac:picMk id="2050" creationId="{44BF829D-04B3-B854-6F69-F31B34E41B5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856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450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9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09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63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793E-624A-FD05-3A0E-429D5D5C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E0DDF-A697-C883-F2AF-A38441EE0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5F3E0-D69D-98AA-DA45-764D1354C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BBB11-BBCC-8DA9-E052-772565780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508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042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65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12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08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C672F-171E-46DC-915C-C7BCF99F5C42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56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180009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51677" y="2286001"/>
            <a:ext cx="10523379" cy="359359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88DD-3717-47D0-B979-D111D81B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5694" y="401545"/>
            <a:ext cx="10980607" cy="5239219"/>
          </a:xfrm>
        </p:spPr>
        <p:txBody>
          <a:bodyPr/>
          <a:lstStyle/>
          <a:p>
            <a:r>
              <a:rPr lang="en-US" sz="8800" dirty="0"/>
              <a:t>DEVICE DRIVER </a:t>
            </a:r>
            <a:br>
              <a:rPr lang="en-US" sz="8800" dirty="0"/>
            </a:br>
            <a:r>
              <a:rPr lang="en-US" sz="9600" dirty="0"/>
              <a:t>I²C OLED Driver on Raspberry Pi</a:t>
            </a:r>
            <a:endParaRPr lang="en-US" sz="8800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C630DD8-ABA8-DB4D-E842-0B6A9C4C3F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789" y="5714176"/>
            <a:ext cx="10318418" cy="92329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MURUGESAN A</a:t>
            </a:r>
          </a:p>
          <a:p>
            <a:r>
              <a:rPr lang="en-US" b="1" dirty="0"/>
              <a:t>25MES1005</a:t>
            </a:r>
          </a:p>
        </p:txBody>
      </p:sp>
    </p:spTree>
    <p:extLst>
      <p:ext uri="{BB962C8B-B14F-4D97-AF65-F5344CB8AC3E}">
        <p14:creationId xmlns:p14="http://schemas.microsoft.com/office/powerpoint/2010/main" val="195701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E078-3CB3-4D1F-8E4E-75C6D5DA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523379" cy="760615"/>
          </a:xfrm>
        </p:spPr>
        <p:txBody>
          <a:bodyPr>
            <a:normAutofit/>
          </a:bodyPr>
          <a:lstStyle/>
          <a:p>
            <a:r>
              <a:rPr lang="en-US" sz="4400" b="1" dirty="0"/>
              <a:t>Device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7BDE5-A8BD-4286-8221-21664A41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436915"/>
            <a:ext cx="10523379" cy="444267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device driver</a:t>
            </a:r>
            <a:r>
              <a:rPr lang="en-US" dirty="0">
                <a:solidFill>
                  <a:schemeClr val="tx1"/>
                </a:solidFill>
              </a:rPr>
              <a:t> is a piece of kernel-level software that allows the Linux user space to </a:t>
            </a:r>
            <a:r>
              <a:rPr lang="en-US" b="1" dirty="0">
                <a:solidFill>
                  <a:schemeClr val="tx1"/>
                </a:solidFill>
              </a:rPr>
              <a:t>communicate with hardware devices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It acts as a </a:t>
            </a:r>
            <a:r>
              <a:rPr lang="en-US" altLang="en-US" b="1" dirty="0">
                <a:solidFill>
                  <a:schemeClr val="tx1"/>
                </a:solidFill>
              </a:rPr>
              <a:t>translator</a:t>
            </a:r>
            <a:r>
              <a:rPr lang="en-US" altLang="en-US" dirty="0">
                <a:solidFill>
                  <a:schemeClr val="tx1"/>
                </a:solidFill>
              </a:rPr>
              <a:t> between user-space applications and the physical hardware.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Applications don’t directly access hardware registers; they call system calls.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If you connect a </a:t>
            </a:r>
            <a:r>
              <a:rPr lang="en-US" sz="2600" b="1" dirty="0">
                <a:solidFill>
                  <a:schemeClr val="tx1"/>
                </a:solidFill>
              </a:rPr>
              <a:t>UART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IN" sz="2600" dirty="0">
                <a:solidFill>
                  <a:schemeClr val="tx1"/>
                </a:solidFill>
              </a:rPr>
              <a:t>to an embedded </a:t>
            </a:r>
            <a:r>
              <a:rPr lang="en-IN" sz="2600" dirty="0" err="1">
                <a:solidFill>
                  <a:schemeClr val="tx1"/>
                </a:solidFill>
              </a:rPr>
              <a:t>linux</a:t>
            </a:r>
            <a:r>
              <a:rPr lang="en-IN" sz="2600" dirty="0">
                <a:solidFill>
                  <a:schemeClr val="tx1"/>
                </a:solidFill>
              </a:rPr>
              <a:t> environment. </a:t>
            </a:r>
            <a:r>
              <a:rPr lang="en-US" altLang="en-US" sz="2600" dirty="0">
                <a:solidFill>
                  <a:schemeClr val="tx1"/>
                </a:solidFill>
              </a:rPr>
              <a:t>User programs just use simple APIs (like read(</a:t>
            </a:r>
            <a:r>
              <a:rPr lang="en-US" altLang="en-US" sz="2600" dirty="0" err="1">
                <a:solidFill>
                  <a:schemeClr val="tx1"/>
                </a:solidFill>
              </a:rPr>
              <a:t>fd</a:t>
            </a:r>
            <a:r>
              <a:rPr lang="en-US" altLang="en-US" sz="2600" dirty="0">
                <a:solidFill>
                  <a:schemeClr val="tx1"/>
                </a:solidFill>
              </a:rPr>
              <a:t>, </a:t>
            </a:r>
            <a:r>
              <a:rPr lang="en-US" altLang="en-US" sz="2600" dirty="0" err="1">
                <a:solidFill>
                  <a:schemeClr val="tx1"/>
                </a:solidFill>
              </a:rPr>
              <a:t>buf</a:t>
            </a:r>
            <a:r>
              <a:rPr lang="en-US" altLang="en-US" sz="2600" dirty="0">
                <a:solidFill>
                  <a:schemeClr val="tx1"/>
                </a:solidFill>
              </a:rPr>
              <a:t>, size)) without worrying about register addresses or bit fields.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40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523379" cy="858586"/>
          </a:xfrm>
        </p:spPr>
        <p:txBody>
          <a:bodyPr>
            <a:normAutofit/>
          </a:bodyPr>
          <a:lstStyle/>
          <a:p>
            <a:r>
              <a:rPr lang="en-US" b="1" dirty="0"/>
              <a:t>Hardware Interfacing in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0C1E8-A3C4-4E79-8384-A72C2430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6" y="1240971"/>
            <a:ext cx="10523379" cy="4638621"/>
          </a:xfrm>
        </p:spPr>
        <p:txBody>
          <a:bodyPr>
            <a:normAutofit fontScale="70000" lnSpcReduction="20000"/>
          </a:bodyPr>
          <a:lstStyle/>
          <a:p>
            <a:r>
              <a:rPr lang="en-US" sz="3400" b="1" dirty="0">
                <a:solidFill>
                  <a:schemeClr val="tx1"/>
                </a:solidFill>
              </a:rPr>
              <a:t>Hardware interfacing</a:t>
            </a:r>
            <a:r>
              <a:rPr lang="en-US" sz="3400" dirty="0">
                <a:solidFill>
                  <a:schemeClr val="tx1"/>
                </a:solidFill>
              </a:rPr>
              <a:t> means connecting and controlling external hardware devices (sensors, actuators, displays, storage, communication modules) through the embedded board’s I/O peripherals (Linux).</a:t>
            </a:r>
          </a:p>
          <a:p>
            <a:endParaRPr lang="en-US" sz="3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400" dirty="0">
                <a:solidFill>
                  <a:schemeClr val="tx1"/>
                </a:solidFill>
              </a:rPr>
              <a:t>In Linux, this usually involves: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sz="3400" b="1" dirty="0">
                <a:solidFill>
                  <a:schemeClr val="tx1"/>
                </a:solidFill>
              </a:rPr>
              <a:t>Hardware Layer (Registers &amp; Signals)</a:t>
            </a:r>
            <a:r>
              <a:rPr lang="en-US" altLang="en-US" sz="3400" dirty="0">
                <a:solidFill>
                  <a:schemeClr val="tx1"/>
                </a:solidFill>
              </a:rPr>
              <a:t> → The actual physical device (e.g., I2C temperature sensor).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sz="3400" b="1" dirty="0">
                <a:solidFill>
                  <a:schemeClr val="tx1"/>
                </a:solidFill>
              </a:rPr>
              <a:t>Driver Layer</a:t>
            </a:r>
            <a:r>
              <a:rPr lang="en-US" altLang="en-US" sz="3400" dirty="0">
                <a:solidFill>
                  <a:schemeClr val="tx1"/>
                </a:solidFill>
              </a:rPr>
              <a:t> → Kernel driver provides access via</a:t>
            </a:r>
            <a:r>
              <a:rPr lang="en-US" altLang="en-US" sz="3400" b="1" dirty="0">
                <a:solidFill>
                  <a:schemeClr val="tx1"/>
                </a:solidFill>
              </a:rPr>
              <a:t> /dev or /sys/class.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sz="3400" b="1" dirty="0">
                <a:solidFill>
                  <a:schemeClr val="tx1"/>
                </a:solidFill>
              </a:rPr>
              <a:t>User Space Applications</a:t>
            </a:r>
            <a:r>
              <a:rPr lang="en-US" altLang="en-US" sz="3400" dirty="0">
                <a:solidFill>
                  <a:schemeClr val="tx1"/>
                </a:solidFill>
              </a:rPr>
              <a:t> → Access hardware through system calls or libraries.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400" dirty="0">
                <a:solidFill>
                  <a:schemeClr val="tx1"/>
                </a:solidFill>
              </a:rPr>
              <a:t> Example: </a:t>
            </a:r>
            <a:r>
              <a:rPr lang="en-US" altLang="en-US" sz="3400" b="1" dirty="0">
                <a:solidFill>
                  <a:schemeClr val="tx1"/>
                </a:solidFill>
              </a:rPr>
              <a:t>I2C Temperature Sensor</a:t>
            </a:r>
            <a:endParaRPr lang="en-US" altLang="en-US" sz="3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400" dirty="0">
                <a:solidFill>
                  <a:schemeClr val="tx1"/>
                </a:solidFill>
              </a:rPr>
              <a:t>Hardware: Sensor connected to I2C bus of ARM processor.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400" dirty="0">
                <a:solidFill>
                  <a:schemeClr val="tx1"/>
                </a:solidFill>
              </a:rPr>
              <a:t>Driver: I2C driver registers a device at /dev/i2c-1.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400" dirty="0">
                <a:solidFill>
                  <a:schemeClr val="tx1"/>
                </a:solidFill>
              </a:rPr>
              <a:t>User Space: Application can open("/dev/i2c-1"), configure sensor via </a:t>
            </a:r>
            <a:r>
              <a:rPr lang="en-US" altLang="en-US" sz="3400" dirty="0" err="1">
                <a:solidFill>
                  <a:schemeClr val="tx1"/>
                </a:solidFill>
              </a:rPr>
              <a:t>ioctl</a:t>
            </a:r>
            <a:r>
              <a:rPr lang="en-US" altLang="en-US" sz="3400" dirty="0">
                <a:solidFill>
                  <a:schemeClr val="tx1"/>
                </a:solidFill>
              </a:rPr>
              <a:t>, and read values.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C4A3-530D-433A-956F-BDFFF543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038" y="5013"/>
            <a:ext cx="10523379" cy="720701"/>
          </a:xfrm>
        </p:spPr>
        <p:txBody>
          <a:bodyPr>
            <a:normAutofit/>
          </a:bodyPr>
          <a:lstStyle/>
          <a:p>
            <a:r>
              <a:rPr lang="en-US" dirty="0"/>
              <a:t>THE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B20F8-01C8-6294-E1E1-F9DEB2A9D5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0"/>
          <a:stretch>
            <a:fillRect/>
          </a:stretch>
        </p:blipFill>
        <p:spPr>
          <a:xfrm>
            <a:off x="1376038" y="725714"/>
            <a:ext cx="10235391" cy="593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2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261E-D96E-11D4-62C7-2F1A904D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952" y="203659"/>
            <a:ext cx="8287586" cy="607139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284A-06EB-B005-D54C-53765B7F4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952" y="900723"/>
            <a:ext cx="9874648" cy="5603306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1. Character Devices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Transfer data character by character (byte stream).</a:t>
            </a:r>
          </a:p>
          <a:p>
            <a:r>
              <a:rPr lang="en-IN" sz="1800" dirty="0">
                <a:solidFill>
                  <a:schemeClr val="tx1"/>
                </a:solidFill>
              </a:rPr>
              <a:t>Accessed via /dev/ nodes.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Examples: keyboard, mouse, serial port (UART), sensors.</a:t>
            </a:r>
          </a:p>
          <a:p>
            <a:endParaRPr lang="en-IN" sz="1600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2. Block Devices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Transfer data in fixed-size blocks.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Support random access and are usually used with filesystems.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Examples: hard drives, SSDs, SD cards, USB drives, CD-ROMs.</a:t>
            </a:r>
          </a:p>
          <a:p>
            <a:endParaRPr lang="en-IN" sz="1600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3. Network Devices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Handle packet-based data transfer over networks.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Exposed as network interfaces (e.g., eth0, wlan0).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Examples: Ethernet cards, Wi-Fi adapters, CAN bus controllers.</a:t>
            </a:r>
          </a:p>
        </p:txBody>
      </p:sp>
    </p:spTree>
    <p:extLst>
      <p:ext uri="{BB962C8B-B14F-4D97-AF65-F5344CB8AC3E}">
        <p14:creationId xmlns:p14="http://schemas.microsoft.com/office/powerpoint/2010/main" val="391009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F1439-1F84-A815-5C35-611BD369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0A13-C5FB-DFC2-660E-4E08D671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952" y="203659"/>
            <a:ext cx="8287586" cy="607139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BC4BD-5385-21CC-17B4-98056C8E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952" y="1051035"/>
            <a:ext cx="9874648" cy="5360276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4. Platform Devices</a:t>
            </a:r>
          </a:p>
          <a:p>
            <a:r>
              <a:rPr lang="en-IN" sz="1800" dirty="0">
                <a:solidFill>
                  <a:schemeClr val="tx1"/>
                </a:solidFill>
              </a:rPr>
              <a:t>On-chip SoC integrated peripherals (not hot-pluggable).</a:t>
            </a:r>
          </a:p>
          <a:p>
            <a:r>
              <a:rPr lang="en-IN" sz="1800" dirty="0">
                <a:solidFill>
                  <a:schemeClr val="tx1"/>
                </a:solidFill>
              </a:rPr>
              <a:t>Typically defined in Device Tree.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Examples: I²C controller, SPI controller, GPIO controller, timers.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5. USB Devices</a:t>
            </a:r>
          </a:p>
          <a:p>
            <a:r>
              <a:rPr lang="en-IN" sz="1800" dirty="0">
                <a:solidFill>
                  <a:schemeClr val="tx1"/>
                </a:solidFill>
              </a:rPr>
              <a:t>Plug-and-play devices connected over USB.</a:t>
            </a:r>
          </a:p>
          <a:p>
            <a:r>
              <a:rPr lang="en-IN" sz="1800" dirty="0">
                <a:solidFill>
                  <a:schemeClr val="tx1"/>
                </a:solidFill>
              </a:rPr>
              <a:t>Can be storage, input, or communication devices.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Examples: USB keyboard, pen drive, USB Wi-Fi dongle.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6. Virtual / Pseudo Devices</a:t>
            </a:r>
          </a:p>
          <a:p>
            <a:r>
              <a:rPr lang="en-IN" sz="1800" dirty="0">
                <a:solidFill>
                  <a:schemeClr val="tx1"/>
                </a:solidFill>
              </a:rPr>
              <a:t>No real hardware, but behave like devices.</a:t>
            </a:r>
          </a:p>
          <a:p>
            <a:r>
              <a:rPr lang="en-IN" sz="1800" dirty="0">
                <a:solidFill>
                  <a:schemeClr val="tx1"/>
                </a:solidFill>
              </a:rPr>
              <a:t>Provide special kernel–user space interfaces.</a:t>
            </a:r>
          </a:p>
        </p:txBody>
      </p:sp>
    </p:spTree>
    <p:extLst>
      <p:ext uri="{BB962C8B-B14F-4D97-AF65-F5344CB8AC3E}">
        <p14:creationId xmlns:p14="http://schemas.microsoft.com/office/powerpoint/2010/main" val="4094066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2F6A-3A9D-02EF-97A2-295EC0E8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9820" y="382385"/>
            <a:ext cx="3709358" cy="5742370"/>
          </a:xfrm>
        </p:spPr>
        <p:txBody>
          <a:bodyPr/>
          <a:lstStyle/>
          <a:p>
            <a:r>
              <a:rPr lang="en-US" dirty="0"/>
              <a:t>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AFD909-9BFD-2F55-FF6D-01D4A314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 list all the device files use the below command.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1. ls -l /dev</a:t>
            </a:r>
          </a:p>
          <a:p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</a:rPr>
              <a:t>To display the details of the file system. Using grep we can filter real hard disk files.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2. </a:t>
            </a:r>
            <a:r>
              <a:rPr lang="en-US" altLang="en-US" sz="2400" b="1" dirty="0" err="1">
                <a:solidFill>
                  <a:schemeClr val="tx1"/>
                </a:solidFill>
              </a:rPr>
              <a:t>df</a:t>
            </a:r>
            <a:r>
              <a:rPr lang="en-US" altLang="en-US" sz="2400" b="1" dirty="0">
                <a:solidFill>
                  <a:schemeClr val="tx1"/>
                </a:solidFill>
              </a:rPr>
              <a:t> -h | grep ^/dev</a:t>
            </a:r>
            <a:r>
              <a:rPr lang="en-US" altLang="en-US" sz="1200" b="1" dirty="0">
                <a:solidFill>
                  <a:schemeClr val="tx1"/>
                </a:solidFill>
              </a:rPr>
              <a:t> </a:t>
            </a:r>
            <a:endParaRPr lang="en-US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</a:rPr>
              <a:t>Lists details about the hardware components in the file system.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3. </a:t>
            </a:r>
            <a:r>
              <a:rPr lang="en-US" altLang="en-US" sz="2400" b="1" dirty="0" err="1">
                <a:solidFill>
                  <a:schemeClr val="tx1"/>
                </a:solidFill>
              </a:rPr>
              <a:t>inxi</a:t>
            </a:r>
            <a:r>
              <a:rPr lang="en-US" altLang="en-US" sz="2400" b="1" dirty="0">
                <a:solidFill>
                  <a:schemeClr val="tx1"/>
                </a:solidFill>
              </a:rPr>
              <a:t> -D -xx</a:t>
            </a:r>
            <a:r>
              <a:rPr lang="en-US" altLang="en-US" sz="1200" b="1" dirty="0">
                <a:solidFill>
                  <a:schemeClr val="tx1"/>
                </a:solidFill>
              </a:rPr>
              <a:t> </a:t>
            </a:r>
            <a:endParaRPr lang="en-US" altLang="en-US" sz="36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ED1B11-FE6B-2463-8446-F53102FB9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244ECE-7487-E15F-195D-B331BAC5D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093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0183-98AF-438D-AC1C-0AF4CC28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523379" cy="1800098"/>
          </a:xfrm>
        </p:spPr>
        <p:txBody>
          <a:bodyPr>
            <a:normAutofit/>
          </a:bodyPr>
          <a:lstStyle/>
          <a:p>
            <a:r>
              <a:rPr lang="en-US" dirty="0"/>
              <a:t>CHAR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ED45-72A6-42D8-9A05-3FA6D37BE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68910"/>
            <a:ext cx="10523379" cy="4120179"/>
          </a:xfrm>
        </p:spPr>
        <p:txBody>
          <a:bodyPr>
            <a:normAutofit/>
          </a:bodyPr>
          <a:lstStyle/>
          <a:p>
            <a:r>
              <a:rPr lang="en-US" dirty="0"/>
              <a:t>Character drivers play a pivotal role in interfacing user-level applications with hardware devices.</a:t>
            </a:r>
          </a:p>
          <a:p>
            <a:pPr fontAlgn="base"/>
            <a:r>
              <a:rPr lang="en-US" dirty="0"/>
              <a:t>Character drivers are used to interact with devices in the Linux kernel.</a:t>
            </a:r>
          </a:p>
          <a:p>
            <a:pPr fontAlgn="base"/>
            <a:r>
              <a:rPr lang="en-US" dirty="0"/>
              <a:t>Char devices refer to hardware components like memory areas, often called pseudo devices.</a:t>
            </a:r>
          </a:p>
          <a:p>
            <a:pPr fontAlgn="base"/>
            <a:r>
              <a:rPr lang="en-US" dirty="0" err="1"/>
              <a:t>Userspace</a:t>
            </a:r>
            <a:r>
              <a:rPr lang="en-US" dirty="0"/>
              <a:t> applications communicate with these devices using system calls like open, read, and write.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80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CDF2-67C1-CC36-91D7-91D16AEF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79" y="251432"/>
            <a:ext cx="4464908" cy="549555"/>
          </a:xfrm>
        </p:spPr>
        <p:txBody>
          <a:bodyPr>
            <a:normAutofit fontScale="90000"/>
          </a:bodyPr>
          <a:lstStyle/>
          <a:p>
            <a:r>
              <a:rPr lang="en-US" dirty="0"/>
              <a:t>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AFC27-B917-FAFD-A166-3636C09AE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21"/>
          <a:stretch>
            <a:fillRect/>
          </a:stretch>
        </p:blipFill>
        <p:spPr>
          <a:xfrm>
            <a:off x="355002" y="897806"/>
            <a:ext cx="11719621" cy="58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8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8741F98-10F4-EAA5-D2AA-92A6B6E2F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631945"/>
              </p:ext>
            </p:extLst>
          </p:nvPr>
        </p:nvGraphicFramePr>
        <p:xfrm>
          <a:off x="1550894" y="952054"/>
          <a:ext cx="9090211" cy="5190562"/>
        </p:xfrm>
        <a:graphic>
          <a:graphicData uri="http://schemas.openxmlformats.org/drawingml/2006/table">
            <a:tbl>
              <a:tblPr/>
              <a:tblGrid>
                <a:gridCol w="4117893">
                  <a:extLst>
                    <a:ext uri="{9D8B030D-6E8A-4147-A177-3AD203B41FA5}">
                      <a16:colId xmlns:a16="http://schemas.microsoft.com/office/drawing/2014/main" val="1364872977"/>
                    </a:ext>
                  </a:extLst>
                </a:gridCol>
                <a:gridCol w="4972318">
                  <a:extLst>
                    <a:ext uri="{9D8B030D-6E8A-4147-A177-3AD203B41FA5}">
                      <a16:colId xmlns:a16="http://schemas.microsoft.com/office/drawing/2014/main" val="692944659"/>
                    </a:ext>
                  </a:extLst>
                </a:gridCol>
              </a:tblGrid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Structure/Function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Purpose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301638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dev_t dev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Stores </a:t>
                      </a:r>
                      <a:r>
                        <a:rPr lang="en-US" sz="1800" dirty="0" err="1"/>
                        <a:t>major+minor</a:t>
                      </a:r>
                      <a:r>
                        <a:rPr lang="en-US" sz="1800" dirty="0"/>
                        <a:t> device number.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881627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struct cdev etx_cdev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Represents character device in kernel.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612447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struct class *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dev_class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Creates sysfs class &amp; device node.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51250"/>
                  </a:ext>
                </a:extLst>
              </a:tr>
              <a:tr h="773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Courier New" panose="02070309020205020404" pitchFamily="49" charset="0"/>
                        </a:rPr>
                        <a:t>struct </a:t>
                      </a: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file_operations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 fops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Maps file ops (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read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release</a:t>
                      </a:r>
                      <a:r>
                        <a:rPr lang="en-US" sz="1800"/>
                        <a:t>) to driver functions.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004923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etx_open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Runs on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open()</a:t>
                      </a:r>
                      <a:r>
                        <a:rPr lang="en-US" sz="1800"/>
                        <a:t> – logs info.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28997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etx_release()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Runs on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close()</a:t>
                      </a:r>
                      <a:r>
                        <a:rPr lang="en-US" sz="1800"/>
                        <a:t> – logs info.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947919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etx_read()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Reads GPIO pin state, sends to user.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982509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etx_write()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Writes to GPIO (LED ON/OFF).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992056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etx_driver_init()</a:t>
                      </a:r>
                      <a:endParaRPr lang="en-IN" sz="180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Initialization (device, GPIO setup).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684572"/>
                  </a:ext>
                </a:extLst>
              </a:tr>
              <a:tr h="441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>
                          <a:latin typeface="Courier New" panose="02070309020205020404" pitchFamily="49" charset="0"/>
                        </a:rPr>
                        <a:t>etx_driver_exit</a:t>
                      </a:r>
                      <a:r>
                        <a:rPr lang="en-IN" sz="1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1800" dirty="0"/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Cleanup when driver is removed.</a:t>
                      </a:r>
                    </a:p>
                  </a:txBody>
                  <a:tcPr marL="76470" marR="76470" marT="38235" marB="38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59373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D477040-622B-177A-7134-BA5D2BD37F56}"/>
              </a:ext>
            </a:extLst>
          </p:cNvPr>
          <p:cNvSpPr txBox="1"/>
          <p:nvPr/>
        </p:nvSpPr>
        <p:spPr>
          <a:xfrm>
            <a:off x="1550894" y="344245"/>
            <a:ext cx="4518212" cy="37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RASPBERRY-PI GPIO DEVICE DRIVER</a:t>
            </a:r>
          </a:p>
        </p:txBody>
      </p:sp>
    </p:spTree>
    <p:extLst>
      <p:ext uri="{BB962C8B-B14F-4D97-AF65-F5344CB8AC3E}">
        <p14:creationId xmlns:p14="http://schemas.microsoft.com/office/powerpoint/2010/main" val="1015335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DF9748-D59F-8395-BDE2-714D250FB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451066"/>
              </p:ext>
            </p:extLst>
          </p:nvPr>
        </p:nvGraphicFramePr>
        <p:xfrm>
          <a:off x="2329982" y="861010"/>
          <a:ext cx="7835994" cy="5163525"/>
        </p:xfrm>
        <a:graphic>
          <a:graphicData uri="http://schemas.openxmlformats.org/drawingml/2006/table">
            <a:tbl>
              <a:tblPr/>
              <a:tblGrid>
                <a:gridCol w="3917997">
                  <a:extLst>
                    <a:ext uri="{9D8B030D-6E8A-4147-A177-3AD203B41FA5}">
                      <a16:colId xmlns:a16="http://schemas.microsoft.com/office/drawing/2014/main" val="1937031563"/>
                    </a:ext>
                  </a:extLst>
                </a:gridCol>
                <a:gridCol w="3917997">
                  <a:extLst>
                    <a:ext uri="{9D8B030D-6E8A-4147-A177-3AD203B41FA5}">
                      <a16:colId xmlns:a16="http://schemas.microsoft.com/office/drawing/2014/main" val="799147976"/>
                    </a:ext>
                  </a:extLst>
                </a:gridCol>
              </a:tblGrid>
              <a:tr h="305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GPIO Function</a:t>
                      </a:r>
                      <a:endParaRPr lang="en-IN" sz="1600" dirty="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Purpose</a:t>
                      </a:r>
                      <a:endParaRPr lang="en-IN" sz="1600" dirty="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449908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gpio_is_valid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600" dirty="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Check if the given GPIO number is valid on the hardware.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161589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gpio_request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, "name")</a:t>
                      </a:r>
                      <a:endParaRPr lang="en-IN" sz="1600" dirty="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Reserve the GPIO so no other driver or subsystem can use it.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752474"/>
                  </a:ext>
                </a:extLst>
              </a:tr>
              <a:tr h="768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gpio_direction_output(gpio, value)</a:t>
                      </a:r>
                      <a:endParaRPr lang="en-US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Configure GPIO as </a:t>
                      </a:r>
                      <a:r>
                        <a:rPr lang="en-US" sz="1600" b="1"/>
                        <a:t>output</a:t>
                      </a:r>
                      <a:r>
                        <a:rPr lang="en-US" sz="1600"/>
                        <a:t> and set initial value (0 = LOW / 1 = HIGH).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209453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gpio_direction_input(gpio)</a:t>
                      </a:r>
                      <a:endParaRPr lang="en-IN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(Alternative) Configure GPIO as </a:t>
                      </a:r>
                      <a:r>
                        <a:rPr lang="en-US" sz="1600" b="1"/>
                        <a:t>input</a:t>
                      </a:r>
                      <a:r>
                        <a:rPr lang="en-US" sz="1600"/>
                        <a:t> to read values.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423796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gpio_set_value(gpio, value)</a:t>
                      </a:r>
                      <a:endParaRPr lang="en-US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Set output value of GPIO (turn LED ON/OFF).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53132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gpio_get_value(gpio)</a:t>
                      </a:r>
                      <a:endParaRPr lang="en-IN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the current value of GPIO (button press / LED state).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28446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gpio_export(gpio, false)</a:t>
                      </a:r>
                      <a:endParaRPr lang="en-IN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Make GPIO visible in </a:t>
                      </a:r>
                      <a:r>
                        <a:rPr lang="en-US" sz="1600" b="1"/>
                        <a:t>sysfs</a:t>
                      </a:r>
                      <a:r>
                        <a:rPr lang="en-US" sz="1600"/>
                        <a:t> (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/sys/class/gpio/</a:t>
                      </a:r>
                      <a:r>
                        <a:rPr lang="en-US" sz="1600"/>
                        <a:t>).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455606"/>
                  </a:ext>
                </a:extLst>
              </a:tr>
              <a:tr h="3053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ourier New" panose="02070309020205020404" pitchFamily="49" charset="0"/>
                        </a:rPr>
                        <a:t>gpio_unexport(gpio)</a:t>
                      </a:r>
                      <a:endParaRPr lang="en-IN" sz="160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Remove GPIO from sysfs entry.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120138"/>
                  </a:ext>
                </a:extLst>
              </a:tr>
              <a:tr h="5367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gpio_free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gpio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)</a:t>
                      </a:r>
                      <a:endParaRPr lang="en-IN" sz="1600" dirty="0"/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Release the GPIO when driver is unloaded.</a:t>
                      </a:r>
                    </a:p>
                  </a:txBody>
                  <a:tcPr marL="53643" marR="53643" marT="26822" marB="268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901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62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A3A32-1818-EB56-A945-590AF2D3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538023"/>
            <a:ext cx="8783276" cy="427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8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165F2-25AF-1100-C785-A359866DDBFE}"/>
              </a:ext>
            </a:extLst>
          </p:cNvPr>
          <p:cNvSpPr txBox="1"/>
          <p:nvPr/>
        </p:nvSpPr>
        <p:spPr>
          <a:xfrm>
            <a:off x="3251499" y="374731"/>
            <a:ext cx="6094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Introduction to the Driver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D3CF6-FA82-0608-879D-FD0BBF257766}"/>
              </a:ext>
            </a:extLst>
          </p:cNvPr>
          <p:cNvSpPr txBox="1"/>
          <p:nvPr/>
        </p:nvSpPr>
        <p:spPr>
          <a:xfrm>
            <a:off x="2583180" y="1360426"/>
            <a:ext cx="74308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This project demonstrates writing a Linux Kernel I²C driver.</a:t>
            </a:r>
          </a:p>
          <a:p>
            <a:endParaRPr lang="en-IN" sz="2800" dirty="0"/>
          </a:p>
          <a:p>
            <a:r>
              <a:rPr lang="en-IN" sz="2800" dirty="0"/>
              <a:t>• The driver interfaces with an SSD1306 OLED display over I²C bus.</a:t>
            </a:r>
          </a:p>
          <a:p>
            <a:endParaRPr lang="en-IN" sz="2800" dirty="0"/>
          </a:p>
          <a:p>
            <a:r>
              <a:rPr lang="en-IN" sz="2800" dirty="0"/>
              <a:t>• Tested on Raspberry Pi with kernel version 6.12.25+rpt-rpi-v8.</a:t>
            </a:r>
          </a:p>
          <a:p>
            <a:endParaRPr lang="en-IN" sz="2800" dirty="0"/>
          </a:p>
          <a:p>
            <a:r>
              <a:rPr lang="en-IN" sz="2800" dirty="0"/>
              <a:t>• Objective: Initialize display, send commands/data, and control pixels.</a:t>
            </a:r>
          </a:p>
        </p:txBody>
      </p:sp>
    </p:spTree>
    <p:extLst>
      <p:ext uri="{BB962C8B-B14F-4D97-AF65-F5344CB8AC3E}">
        <p14:creationId xmlns:p14="http://schemas.microsoft.com/office/powerpoint/2010/main" val="219633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6E66-BA9C-3393-0861-190F5144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88B3A1-7BCB-5FE9-2A69-A9E44D8AB301}"/>
              </a:ext>
            </a:extLst>
          </p:cNvPr>
          <p:cNvSpPr txBox="1"/>
          <p:nvPr/>
        </p:nvSpPr>
        <p:spPr>
          <a:xfrm>
            <a:off x="3251499" y="374731"/>
            <a:ext cx="69575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Important Kernel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D30C9-3E63-CE43-E576-1DDE43143F82}"/>
              </a:ext>
            </a:extLst>
          </p:cNvPr>
          <p:cNvSpPr txBox="1"/>
          <p:nvPr/>
        </p:nvSpPr>
        <p:spPr>
          <a:xfrm>
            <a:off x="2583180" y="1360426"/>
            <a:ext cx="74308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struct i2c_driver → Describes the I²C driver (name, probe, remove).</a:t>
            </a:r>
          </a:p>
          <a:p>
            <a:endParaRPr lang="en-IN" sz="2800" dirty="0"/>
          </a:p>
          <a:p>
            <a:r>
              <a:rPr lang="en-IN" sz="2800" dirty="0"/>
              <a:t>• struct i2c_client → Represents an I²C slave device (OLED).</a:t>
            </a:r>
          </a:p>
          <a:p>
            <a:endParaRPr lang="en-IN" sz="2800" dirty="0"/>
          </a:p>
          <a:p>
            <a:r>
              <a:rPr lang="en-IN" sz="2800" dirty="0"/>
              <a:t>• struct i2c_adapter → Represents the I²C controller (bus).</a:t>
            </a:r>
          </a:p>
          <a:p>
            <a:endParaRPr lang="en-IN" sz="2800" dirty="0"/>
          </a:p>
          <a:p>
            <a:r>
              <a:rPr lang="en-IN" sz="2800" dirty="0"/>
              <a:t>• struct i2c_device_id → Used for matching devices during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833188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9A695-924E-B4C7-87C6-ED881F49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FAABD-3A71-D4F6-5EC2-F19C82121615}"/>
              </a:ext>
            </a:extLst>
          </p:cNvPr>
          <p:cNvSpPr txBox="1"/>
          <p:nvPr/>
        </p:nvSpPr>
        <p:spPr>
          <a:xfrm>
            <a:off x="3784450" y="311539"/>
            <a:ext cx="4623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Driver Code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8C14-3C3C-A043-D3CD-C3B7709D3605}"/>
              </a:ext>
            </a:extLst>
          </p:cNvPr>
          <p:cNvSpPr txBox="1"/>
          <p:nvPr/>
        </p:nvSpPr>
        <p:spPr>
          <a:xfrm>
            <a:off x="2583180" y="1360426"/>
            <a:ext cx="74308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insmod</a:t>
            </a:r>
            <a:r>
              <a:rPr lang="en-IN" sz="2800" dirty="0"/>
              <a:t> i2c_driver.ko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 err="1"/>
              <a:t>etx_driver_init</a:t>
            </a:r>
            <a:r>
              <a:rPr lang="en-IN" sz="2800" dirty="0"/>
              <a:t>()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i2c_new_client_device() creates OLED client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i2c_add_driver() registers driver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Kernel matches device → calls </a:t>
            </a:r>
            <a:r>
              <a:rPr lang="en-IN" sz="2800" dirty="0" err="1"/>
              <a:t>etx_oled_probe</a:t>
            </a:r>
            <a:r>
              <a:rPr lang="en-IN" sz="2800" dirty="0"/>
              <a:t>()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OLED initialized and filled white</a:t>
            </a:r>
          </a:p>
        </p:txBody>
      </p:sp>
    </p:spTree>
    <p:extLst>
      <p:ext uri="{BB962C8B-B14F-4D97-AF65-F5344CB8AC3E}">
        <p14:creationId xmlns:p14="http://schemas.microsoft.com/office/powerpoint/2010/main" val="4210098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9D1B-23A3-2C96-8F66-ED0C9467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D4C358-F8DD-EBEF-495F-09F7166656C2}"/>
              </a:ext>
            </a:extLst>
          </p:cNvPr>
          <p:cNvSpPr txBox="1"/>
          <p:nvPr/>
        </p:nvSpPr>
        <p:spPr>
          <a:xfrm>
            <a:off x="3784450" y="311539"/>
            <a:ext cx="46230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Driver Code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014FF-EB18-0AD1-9449-B704986293FE}"/>
              </a:ext>
            </a:extLst>
          </p:cNvPr>
          <p:cNvSpPr txBox="1"/>
          <p:nvPr/>
        </p:nvSpPr>
        <p:spPr>
          <a:xfrm>
            <a:off x="2583180" y="1360426"/>
            <a:ext cx="74308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insmod</a:t>
            </a:r>
            <a:r>
              <a:rPr lang="en-IN" sz="2800" dirty="0"/>
              <a:t> i2c_driver.ko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 err="1"/>
              <a:t>etx_driver_init</a:t>
            </a:r>
            <a:r>
              <a:rPr lang="en-IN" sz="2800" dirty="0"/>
              <a:t>()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i2c_new_client_device() creates OLED client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i2c_add_driver() registers driver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Kernel matches device → calls </a:t>
            </a:r>
            <a:r>
              <a:rPr lang="en-IN" sz="2800" dirty="0" err="1"/>
              <a:t>etx_oled_probe</a:t>
            </a:r>
            <a:r>
              <a:rPr lang="en-IN" sz="2800" dirty="0"/>
              <a:t>()</a:t>
            </a:r>
          </a:p>
          <a:p>
            <a:r>
              <a:rPr lang="en-IN" sz="2800" dirty="0"/>
              <a:t> ↓</a:t>
            </a:r>
          </a:p>
          <a:p>
            <a:r>
              <a:rPr lang="en-IN" sz="2800" dirty="0"/>
              <a:t>OLED initialized and filled white</a:t>
            </a:r>
          </a:p>
        </p:txBody>
      </p:sp>
    </p:spTree>
    <p:extLst>
      <p:ext uri="{BB962C8B-B14F-4D97-AF65-F5344CB8AC3E}">
        <p14:creationId xmlns:p14="http://schemas.microsoft.com/office/powerpoint/2010/main" val="191681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2AB1-6232-8223-2F70-367EB11B0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F677F2-1F6E-608F-7542-78DEE4C0A151}"/>
              </a:ext>
            </a:extLst>
          </p:cNvPr>
          <p:cNvSpPr txBox="1"/>
          <p:nvPr/>
        </p:nvSpPr>
        <p:spPr>
          <a:xfrm>
            <a:off x="2794746" y="311539"/>
            <a:ext cx="71560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I²C Communication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5333-DD4B-831E-D944-839E5B136AD6}"/>
              </a:ext>
            </a:extLst>
          </p:cNvPr>
          <p:cNvSpPr txBox="1"/>
          <p:nvPr/>
        </p:nvSpPr>
        <p:spPr>
          <a:xfrm>
            <a:off x="2657362" y="1165147"/>
            <a:ext cx="74308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• I2C_Write(): Sends data to OLED using i2c_master_send().</a:t>
            </a:r>
          </a:p>
          <a:p>
            <a:endParaRPr lang="en-IN" sz="2800" dirty="0"/>
          </a:p>
          <a:p>
            <a:r>
              <a:rPr lang="en-IN" sz="2800" dirty="0"/>
              <a:t>• I2C_Read(): Reads data using i2c_master_recv().</a:t>
            </a:r>
          </a:p>
          <a:p>
            <a:r>
              <a:rPr lang="en-IN" sz="2800" dirty="0"/>
              <a:t>• SSD1306_Write(): Formats command/data bytes and writes to OLED.</a:t>
            </a:r>
          </a:p>
          <a:p>
            <a:endParaRPr lang="en-IN" sz="2800" dirty="0"/>
          </a:p>
          <a:p>
            <a:r>
              <a:rPr lang="en-IN" sz="2800" dirty="0"/>
              <a:t>• SSD1306_DisplayInit(): Sends initialization command sequence.</a:t>
            </a:r>
          </a:p>
          <a:p>
            <a:endParaRPr lang="en-IN" sz="2800" dirty="0"/>
          </a:p>
          <a:p>
            <a:r>
              <a:rPr lang="en-IN" sz="2800" dirty="0"/>
              <a:t>• SSD1306_Fill(): Fills display with given data pattern.</a:t>
            </a:r>
          </a:p>
        </p:txBody>
      </p:sp>
    </p:spTree>
    <p:extLst>
      <p:ext uri="{BB962C8B-B14F-4D97-AF65-F5344CB8AC3E}">
        <p14:creationId xmlns:p14="http://schemas.microsoft.com/office/powerpoint/2010/main" val="1187464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2278-FBD9-34F7-FE44-2662F628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B2A92C-E7C1-0C64-50D1-60A7C0E82B58}"/>
              </a:ext>
            </a:extLst>
          </p:cNvPr>
          <p:cNvSpPr txBox="1"/>
          <p:nvPr/>
        </p:nvSpPr>
        <p:spPr>
          <a:xfrm>
            <a:off x="4486610" y="311539"/>
            <a:ext cx="32187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MAKE FILE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96AEC-0B77-E539-C0A6-7951308FDBA2}"/>
              </a:ext>
            </a:extLst>
          </p:cNvPr>
          <p:cNvSpPr txBox="1"/>
          <p:nvPr/>
        </p:nvSpPr>
        <p:spPr>
          <a:xfrm>
            <a:off x="2380577" y="1443841"/>
            <a:ext cx="74308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Makefile</a:t>
            </a:r>
            <a:r>
              <a:rPr lang="en-IN" sz="2800" dirty="0"/>
              <a:t> snippet:</a:t>
            </a:r>
          </a:p>
          <a:p>
            <a:r>
              <a:rPr lang="en-IN" sz="2800" dirty="0" err="1"/>
              <a:t>obj</a:t>
            </a:r>
            <a:r>
              <a:rPr lang="en-IN" sz="2800" dirty="0"/>
              <a:t>-m += i2c_driver.o</a:t>
            </a:r>
          </a:p>
          <a:p>
            <a:r>
              <a:rPr lang="en-IN" sz="2800" dirty="0"/>
              <a:t>KDIR := /lib/modules/$(shell </a:t>
            </a:r>
            <a:r>
              <a:rPr lang="en-IN" sz="2800" dirty="0" err="1"/>
              <a:t>uname</a:t>
            </a:r>
            <a:r>
              <a:rPr lang="en-IN" sz="2800" dirty="0"/>
              <a:t> -r)/build</a:t>
            </a:r>
          </a:p>
          <a:p>
            <a:r>
              <a:rPr lang="en-IN" sz="2800" dirty="0"/>
              <a:t>all:</a:t>
            </a:r>
          </a:p>
          <a:p>
            <a:r>
              <a:rPr lang="en-IN" sz="2800" dirty="0"/>
              <a:t>	$(MAKE) -C $(KDIR) M=$(PWD) modules</a:t>
            </a:r>
          </a:p>
          <a:p>
            <a:endParaRPr lang="en-IN" sz="2800" dirty="0"/>
          </a:p>
          <a:p>
            <a:r>
              <a:rPr lang="en-IN" sz="2800" dirty="0"/>
              <a:t>Build Commands:</a:t>
            </a:r>
          </a:p>
          <a:p>
            <a:r>
              <a:rPr lang="en-IN" sz="2800" dirty="0"/>
              <a:t>$ make</a:t>
            </a:r>
          </a:p>
          <a:p>
            <a:r>
              <a:rPr lang="en-IN" sz="2800" dirty="0"/>
              <a:t>$ </a:t>
            </a:r>
            <a:r>
              <a:rPr lang="en-IN" sz="2800" dirty="0" err="1"/>
              <a:t>sudo</a:t>
            </a:r>
            <a:r>
              <a:rPr lang="en-IN" sz="2800" dirty="0"/>
              <a:t> </a:t>
            </a:r>
            <a:r>
              <a:rPr lang="en-IN" sz="2800" dirty="0" err="1"/>
              <a:t>insmod</a:t>
            </a:r>
            <a:r>
              <a:rPr lang="en-IN" sz="2800" dirty="0"/>
              <a:t> i2c_driver.ko</a:t>
            </a:r>
          </a:p>
        </p:txBody>
      </p:sp>
    </p:spTree>
    <p:extLst>
      <p:ext uri="{BB962C8B-B14F-4D97-AF65-F5344CB8AC3E}">
        <p14:creationId xmlns:p14="http://schemas.microsoft.com/office/powerpoint/2010/main" val="26355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B0A5-2F9A-B68C-3008-AFBAC196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aspberry Pi to SSD1306 OLED interfacing diagram">
            <a:extLst>
              <a:ext uri="{FF2B5EF4-FFF2-40B4-BE49-F238E27FC236}">
                <a16:creationId xmlns:a16="http://schemas.microsoft.com/office/drawing/2014/main" id="{7A415006-C2AF-9BEF-3FF6-B93F7434B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456" y="258184"/>
            <a:ext cx="6067313" cy="606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339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AC694-1FE1-6917-7B2B-61677097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sd1306-interface-with-raspberry-pi">
            <a:extLst>
              <a:ext uri="{FF2B5EF4-FFF2-40B4-BE49-F238E27FC236}">
                <a16:creationId xmlns:a16="http://schemas.microsoft.com/office/drawing/2014/main" id="{44BF829D-04B3-B854-6F69-F31B34E41B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9"/>
          <a:stretch>
            <a:fillRect/>
          </a:stretch>
        </p:blipFill>
        <p:spPr bwMode="auto">
          <a:xfrm>
            <a:off x="1822450" y="0"/>
            <a:ext cx="844034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FADE0C-3653-6FD8-7168-C049EE0419DE}"/>
              </a:ext>
            </a:extLst>
          </p:cNvPr>
          <p:cNvSpPr/>
          <p:nvPr/>
        </p:nvSpPr>
        <p:spPr>
          <a:xfrm>
            <a:off x="7261411" y="5819887"/>
            <a:ext cx="3001384" cy="10381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A40026-2B93-E643-1088-A9C8F7E8148F}"/>
              </a:ext>
            </a:extLst>
          </p:cNvPr>
          <p:cNvSpPr/>
          <p:nvPr/>
        </p:nvSpPr>
        <p:spPr>
          <a:xfrm>
            <a:off x="8003688" y="3550024"/>
            <a:ext cx="1936377" cy="204395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809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66F70-156F-6929-EAA7-65AFF2FF4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477" y="1061049"/>
            <a:ext cx="6358152" cy="4231713"/>
          </a:xfrm>
        </p:spPr>
        <p:txBody>
          <a:bodyPr/>
          <a:lstStyle/>
          <a:p>
            <a:r>
              <a:rPr lang="en-US" dirty="0"/>
              <a:t>Any</a:t>
            </a:r>
            <a:br>
              <a:rPr lang="en-US" dirty="0"/>
            </a:br>
            <a:r>
              <a:rPr lang="en-US" dirty="0"/>
              <a:t>Questions</a:t>
            </a:r>
          </a:p>
        </p:txBody>
      </p:sp>
      <p:pic>
        <p:nvPicPr>
          <p:cNvPr id="8" name="Picture Placeholder 7" descr="Question mark">
            <a:extLst>
              <a:ext uri="{FF2B5EF4-FFF2-40B4-BE49-F238E27FC236}">
                <a16:creationId xmlns:a16="http://schemas.microsoft.com/office/drawing/2014/main" id="{2A447435-4557-BAFD-1AC0-6485179695B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258945" y="1690688"/>
            <a:ext cx="3401568" cy="3401568"/>
          </a:xfrm>
        </p:spPr>
      </p:pic>
    </p:spTree>
    <p:extLst>
      <p:ext uri="{BB962C8B-B14F-4D97-AF65-F5344CB8AC3E}">
        <p14:creationId xmlns:p14="http://schemas.microsoft.com/office/powerpoint/2010/main" val="2576869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39B8F612-C09D-15A4-D139-6932D7F09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1843" y="2659004"/>
            <a:ext cx="7788938" cy="1428902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59349071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2D03997-C755-4252-A52B-5F39EAC250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6FAD71-0176-4DDD-9BE6-FAF015579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E6FC1B-E7F2-4923-93B6-708908C46D9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Getting to know your teacher</Template>
  <TotalTime>2078</TotalTime>
  <Words>1263</Words>
  <Application>Microsoft Office PowerPoint</Application>
  <PresentationFormat>Widescreen</PresentationFormat>
  <Paragraphs>180</Paragraphs>
  <Slides>22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Bodoni MT</vt:lpstr>
      <vt:lpstr>Calibri</vt:lpstr>
      <vt:lpstr>Courier New</vt:lpstr>
      <vt:lpstr>Gill Sans MT</vt:lpstr>
      <vt:lpstr>Times New Roman</vt:lpstr>
      <vt:lpstr>Badge</vt:lpstr>
      <vt:lpstr>DEVICE DRIVER  I²C OLED Driver on Raspberry Pi</vt:lpstr>
      <vt:lpstr>Device driver</vt:lpstr>
      <vt:lpstr>Hardware Interfacing in Linux</vt:lpstr>
      <vt:lpstr>THE FLOW</vt:lpstr>
      <vt:lpstr>Types of device drivers</vt:lpstr>
      <vt:lpstr>Types of device drivers</vt:lpstr>
      <vt:lpstr>commands</vt:lpstr>
      <vt:lpstr>CHAR DRIVER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Murugesan A</dc:creator>
  <cp:lastModifiedBy>Murugesan A</cp:lastModifiedBy>
  <cp:revision>9</cp:revision>
  <dcterms:created xsi:type="dcterms:W3CDTF">2025-09-06T05:47:36Z</dcterms:created>
  <dcterms:modified xsi:type="dcterms:W3CDTF">2025-10-14T22:38:24Z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